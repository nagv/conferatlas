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the Copperleaf Press renewal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Copperleaf Press told us their main goals are brand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counts come from the badge-scan exports for each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per lead is the contract value divided by total leads across all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common notes that booth staff recorded when scanning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proposal to Copperleaf Press: upgrade to the next package tier at Boston Clinical Innovation Congress 2024's next edition, and add a keynote speaking slot. Present this as the main ask of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Copperleaf Press x ConferAtlas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Partnership review, events through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Copperleaf 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Industry: Publishing</a:t>
            </a:r>
          </a:p>
          <a:p>
            <a:r>
              <a:t>Tier: platinum</a:t>
            </a:r>
          </a:p>
          <a:p>
            <a:r>
              <a:t>Goals: Brand awareness</a:t>
            </a:r>
          </a:p>
          <a:p>
            <a:r>
              <a:t>Contract value: $231,500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sponsored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Boston Clinical Innovation Congress 2024: Title Sponsor, 370 leads vs target 210</a:t>
            </a:r>
          </a:p>
          <a:p>
            <a:r>
              <a:t>Chicago EdTech Leaders Summit 2025: Title Sponsor, 192 leads vs target 145</a:t>
            </a:r>
          </a:p>
          <a:p>
            <a:r>
              <a:t>San Francisco Teaching &amp; Learning Forum 2025: Title Sponsor, 341 leads vs target 200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leads: 903 against a target of 555 (163%)</a:t>
            </a:r>
          </a:p>
          <a:p>
            <a:r>
              <a:t>Cost per lead: $256</a:t>
            </a:r>
          </a:p>
          <a:p>
            <a:r>
              <a:t>Best event: Boston Clinical Innovation Congress 2024 (370 leads)</a:t>
            </a:r>
          </a:p>
          <a:p>
            <a:r>
              <a:t>Targets met at 3 of 3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leads told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Interested in a demo for their team (59 leads)</a:t>
            </a:r>
          </a:p>
          <a:p>
            <a:r>
              <a:t>Strong interest; requested a trial account (55 leads)</a:t>
            </a:r>
          </a:p>
          <a:p>
            <a:r>
              <a:t>Decision maker; wants a follow-up call next week (55 leads)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for next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Upgrade to the next package tier at Boston Clinical Innovation Congress 2024's next edition, and add a keynote speaking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Copperleaf Press: partnership review</dc:title>
  <dc:subject/>
  <dc:creator>ConferAtlas Events</dc:creator>
  <cp:keywords/>
  <dc:description>generated using python-pptx</dc:description>
  <cp:lastModifiedBy>Steve Canny</cp:lastModifiedBy>
  <cp:revision>1</cp:revision>
  <dcterms:created xsi:type="dcterms:W3CDTF">2026-10-01T00:00:00Z</dcterms:created>
  <dcterms:modified xsi:type="dcterms:W3CDTF">2026-10-01T00:00:00Z</dcterms:modified>
  <cp:category/>
</cp:coreProperties>
</file>