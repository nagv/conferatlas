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slide for the Orchidia Cloud renewal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Orchidia Cloud told us their main goals are customer retention; brand awareness.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counts come from the badge-scan exports for each event.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Cost per lead is the contract value divided by total leads across all events.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common notes that booth staff recorded when scanning leads.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proposal to Orchidia Cloud: upgrade to the next package tier at New York Revenue Ops Conference 2025's next edition, and add a keynote speaking slot. Present this as the main ask of the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Orchidia Cloud x ConferAtlas Events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Partnership review, events through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Orchidia Cloud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Industry: Cloud Infrastructure</a:t>
            </a:r>
          </a:p>
          <a:p>
            <a:r>
              <a:t>Tier: gold</a:t>
            </a:r>
          </a:p>
          <a:p>
            <a:r>
              <a:t>Goals: Customer retention; Brand awareness</a:t>
            </a:r>
          </a:p>
          <a:p>
            <a:r>
              <a:t>Contract value: $115,800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Events sponsored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Boston Clinical Innovation Congress 2024: Premier Booth, 132 leads vs target 130</a:t>
            </a:r>
          </a:p>
          <a:p>
            <a:r>
              <a:t>New York Revenue Ops Conference 2025: Premier Booth, 187 leads vs target 145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leads: 319 against a target of 275 (116%)</a:t>
            </a:r>
          </a:p>
          <a:p>
            <a:r>
              <a:t>Cost per lead: $363</a:t>
            </a:r>
          </a:p>
          <a:p>
            <a:r>
              <a:t>Best event: New York Revenue Ops Conference 2025 (187 leads)</a:t>
            </a:r>
          </a:p>
          <a:p>
            <a:r>
              <a:t>Targets met at 2 of 2 events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leads told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Requested case studies (26 leads)</a:t>
            </a:r>
          </a:p>
          <a:p>
            <a:r>
              <a:t>Strong interest; requested a trial account (24 leads)</a:t>
            </a:r>
          </a:p>
          <a:p>
            <a:r>
              <a:t>Student; collected swag only (22 leads)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Proposal for next year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Upgrade to the next package tier at New York Revenue Ops Conference 2025's next edition, and add a keynote speaking slot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Orchidia Cloud: partnership review</dc:title>
  <dc:subject/>
  <dc:creator>ConferAtlas Events</dc:creator>
  <cp:keywords/>
  <dc:description>generated using python-pptx</dc:description>
  <cp:lastModifiedBy>Steve Canny</cp:lastModifiedBy>
  <cp:revision>1</cp:revision>
  <dcterms:created xsi:type="dcterms:W3CDTF">2026-10-01T00:00:00Z</dcterms:created>
  <dcterms:modified xsi:type="dcterms:W3CDTF">2026-10-01T00:00:00Z</dcterms:modified>
  <cp:category/>
</cp:coreProperties>
</file>