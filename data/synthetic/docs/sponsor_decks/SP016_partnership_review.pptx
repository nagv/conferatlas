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Quillon Security renewal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Quillon Security told us their main goals are brand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counts come from the badge-scan exports for each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per lead is the contract value divided by total leads across all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notes that booth staff recorded when scanning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proposal to Quillon Security: keep the current packages and add a sponsored breakout session at each event. Present this as the main ask of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Quillon Security x ConferAtlas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Partnership review, events through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Quillon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Industry: Cybersecurity</a:t>
            </a:r>
          </a:p>
          <a:p>
            <a:r>
              <a:t>Tier: platinum</a:t>
            </a:r>
          </a:p>
          <a:p>
            <a:r>
              <a:t>Goals: Brand awareness</a:t>
            </a:r>
          </a:p>
          <a:p>
            <a:r>
              <a:t>Contract value: $248,400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sponsored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Chicago DevSecOps Forum 2024: Title Sponsor, 244 leads vs target 225</a:t>
            </a:r>
          </a:p>
          <a:p>
            <a:r>
              <a:t>Toronto Clinical Innovation Congress 2024: Digital Premier, 176 leads vs target 245</a:t>
            </a:r>
          </a:p>
          <a:p>
            <a:r>
              <a:t>Boston Clinical Innovation Congress 2024: Title Sponsor, 250 leads vs target 210</a:t>
            </a:r>
          </a:p>
          <a:p>
            <a:r>
              <a:t>New York Revenue Ops Conference 2025: Title Sponsor, 234 leads vs target 230</a:t>
            </a:r>
          </a:p>
          <a:p>
            <a:r>
              <a:t>San Francisco DevSecOps Forum 2025: Title Sponsor, 413 leads vs target 360</a:t>
            </a:r>
          </a:p>
          <a:p>
            <a:r>
              <a:t>New York Future of Work Forum 2025: Digital Premier, 241 leads vs target 185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leads: 1,558 against a target of 1,455 (107%)</a:t>
            </a:r>
          </a:p>
          <a:p>
            <a:r>
              <a:t>Cost per lead: $159</a:t>
            </a:r>
          </a:p>
          <a:p>
            <a:r>
              <a:t>Best event: San Francisco DevSecOps Forum 2025 (413 leads)</a:t>
            </a:r>
          </a:p>
          <a:p>
            <a:r>
              <a:t>Targets met at 5 of 6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 up after their budget cycle (98 leads)</a:t>
            </a:r>
          </a:p>
          <a:p>
            <a:r>
              <a:t>Student; collected swag only (98 leads)</a:t>
            </a:r>
          </a:p>
          <a:p>
            <a:r>
              <a:t>Interested in a demo for their team (97 leads)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the current packages and add a sponsored breakout session at each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Quillon Security: partnership review</dc:title>
  <dc:subject/>
  <dc:creator>ConferAtlas Events</dc:creator>
  <cp:keywords/>
  <dc:description>generated using python-pptx</dc:description>
  <cp:lastModifiedBy>Steve Canny</cp:lastModifiedBy>
  <cp:revision>1</cp:revision>
  <dcterms:created xsi:type="dcterms:W3CDTF">2026-10-01T00:00:00Z</dcterms:created>
  <dcterms:modified xsi:type="dcterms:W3CDTF">2026-10-01T00:00:00Z</dcterms:modified>
  <cp:category/>
</cp:coreProperties>
</file>