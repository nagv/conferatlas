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 for the Brightpath Security renewal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Brightpath Security told us their main goals are customer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counts come from the badge-scan exports for each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per lead is the contract value divided by total leads across all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common notes that booth staff recorded when scanning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proposal to Brightpath Security: keep the current packages and add a sponsored breakout session at each event. Present this as the main ask of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Brightpath Security x ConferAtlas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Partnership review, events through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Brightpath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Industry: Cybersecurity</a:t>
            </a:r>
          </a:p>
          <a:p>
            <a:r>
              <a:t>Tier: platinum</a:t>
            </a:r>
          </a:p>
          <a:p>
            <a:r>
              <a:t>Goals: Customer retention</a:t>
            </a:r>
          </a:p>
          <a:p>
            <a:r>
              <a:t>Contract value: $149,800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Events sponsored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Chicago DevSecOps Forum 2024: Title Sponsor, 256 leads vs target 225</a:t>
            </a:r>
          </a:p>
          <a:p>
            <a:r>
              <a:t>Austin Clinical Innovation Congress 2026: Title Sponsor, 232 leads vs target 240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leads: 488 against a target of 465 (105%)</a:t>
            </a:r>
          </a:p>
          <a:p>
            <a:r>
              <a:t>Cost per lead: $307</a:t>
            </a:r>
          </a:p>
          <a:p>
            <a:r>
              <a:t>Best event: Chicago DevSecOps Forum 2024 (256 leads)</a:t>
            </a:r>
          </a:p>
          <a:p>
            <a:r>
              <a:t>Targets met at 1 of 2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leads told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interest; requested a trial account (35 leads)</a:t>
            </a:r>
          </a:p>
          <a:p>
            <a:r>
              <a:t>Asked for pricing on an enterprise plan (33 leads)</a:t>
            </a:r>
          </a:p>
          <a:p>
            <a:r>
              <a:t>Asked about integrations (31 leads)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 for next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the current packages and add a sponsored breakout session at each event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Brightpath Security: partnership review</dc:title>
  <dc:subject/>
  <dc:creator>ConferAtlas Events</dc:creator>
  <cp:keywords/>
  <dc:description>generated using python-pptx</dc:description>
  <cp:lastModifiedBy>Steve Canny</cp:lastModifiedBy>
  <cp:revision>1</cp:revision>
  <dcterms:created xsi:type="dcterms:W3CDTF">2026-10-01T00:00:00Z</dcterms:created>
  <dcterms:modified xsi:type="dcterms:W3CDTF">2026-10-01T00:00:00Z</dcterms:modified>
  <cp:category/>
</cp:coreProperties>
</file>