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 for the Corvid Medical renewal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Corvid Medical told us their main goals are talent recruiting; product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counts come from the badge-scan exports for each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 per lead is the contract value divided by total leads across all events.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common notes that booth staff recorded when scanning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proposal to Corvid Medical: upgrade to the next package tier at New York Revenue Ops Conference 2025's next edition, and add a keynote speaking slot. Present this as the main ask of the meeting.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Corvid Medical x ConferAtlas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Partnership review, events through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Corvid Medical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Industry: Medical Devices</a:t>
            </a:r>
          </a:p>
          <a:p>
            <a:r>
              <a:t>Tier: platinum</a:t>
            </a:r>
          </a:p>
          <a:p>
            <a:r>
              <a:t>Goals: Talent recruiting; Product launch</a:t>
            </a:r>
          </a:p>
          <a:p>
            <a:r>
              <a:t>Contract value: $212,400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 sponsored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Chicago EdTech Leaders Summit 2025: Title Sponsor, 185 leads vs target 145</a:t>
            </a:r>
          </a:p>
          <a:p>
            <a:r>
              <a:t>New York Revenue Ops Conference 2025: Title Sponsor, 202 leads vs target 230</a:t>
            </a:r>
          </a:p>
          <a:p>
            <a:r>
              <a:t>New York Future of Work Forum 2025: Digital Premier, 199 leads vs target 185</a:t>
            </a:r>
          </a:p>
          <a:p>
            <a:r>
              <a:t>Toronto Higher Ed Futures Conference 2026: Digital Premier, 194 leads vs target 135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leads: 780 against a target of 695 (112%)</a:t>
            </a:r>
          </a:p>
          <a:p>
            <a:r>
              <a:t>Cost per lead: $272</a:t>
            </a:r>
          </a:p>
          <a:p>
            <a:r>
              <a:t>Best event: New York Revenue Ops Conference 2025 (202 leads)</a:t>
            </a:r>
          </a:p>
          <a:p>
            <a:r>
              <a:t>Targets met at 3 of 4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leads told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interest; requested a trial account (55 leads)</a:t>
            </a:r>
          </a:p>
          <a:p>
            <a:r>
              <a:t>Currently using a competitor; contract ends soon (54 leads)</a:t>
            </a:r>
          </a:p>
          <a:p>
            <a:r>
              <a:t>Decision maker; wants a follow-up call next week (50 leads)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Proposal for next year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Upgrade to the next package tier at New York Revenue Ops Conference 2025's next edition, and add a keynote speaking slot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Corvid Medical: partnership review</dc:title>
  <dc:subject/>
  <dc:creator>ConferAtlas Events</dc:creator>
  <cp:keywords/>
  <dc:description>generated using python-pptx</dc:description>
  <cp:lastModifiedBy>Steve Canny</cp:lastModifiedBy>
  <cp:revision>1</cp:revision>
  <dcterms:created xsi:type="dcterms:W3CDTF">2026-10-01T00:00:00Z</dcterms:created>
  <dcterms:modified xsi:type="dcterms:W3CDTF">2026-10-01T00:00:00Z</dcterms:modified>
  <cp:category/>
</cp:coreProperties>
</file>