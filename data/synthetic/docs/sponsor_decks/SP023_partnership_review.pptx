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slide for the Meridian Capital renewal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Meridian Capital told us their main goals are talent recruiting; brand awareness.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counts come from the badge-scan exports for each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 per lead is the contract value divided by total leads across all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common notes that booth staff recorded when scanning leads.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proposal to Meridian Capital: upgrade to the next package tier at Toronto Clinical Innovation Congress 2024's next edition, and add a keynote speaking slot. Present this as the main ask of the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Meridian Capital x ConferAtlas Events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Partnership review, events through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Meridian Capital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Industry: Financial Services</a:t>
            </a:r>
          </a:p>
          <a:p>
            <a:r>
              <a:t>Tier: platinum</a:t>
            </a:r>
          </a:p>
          <a:p>
            <a:r>
              <a:t>Goals: Talent recruiting; Brand awareness</a:t>
            </a:r>
          </a:p>
          <a:p>
            <a:r>
              <a:t>Contract value: $198,400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Events sponsored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Toronto Clinical Innovation Congress 2024: Digital Premier, 440 leads vs target 245</a:t>
            </a:r>
          </a:p>
          <a:p>
            <a:r>
              <a:t>Austin Revenue Ops Conference 2025: Title Sponsor, 246 leads vs target 150</a:t>
            </a:r>
          </a:p>
          <a:p>
            <a:r>
              <a:t>New York Future of Work Forum 2025: Digital Premier, 264 leads vs target 185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leads: 950 against a target of 580 (164%)</a:t>
            </a:r>
          </a:p>
          <a:p>
            <a:r>
              <a:t>Cost per lead: $209</a:t>
            </a:r>
          </a:p>
          <a:p>
            <a:r>
              <a:t>Best event: Toronto Clinical Innovation Congress 2024 (440 leads)</a:t>
            </a:r>
          </a:p>
          <a:p>
            <a:r>
              <a:t>Targets met at 3 of 3 events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leads told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Decision maker; wants a follow-up call next week (71 leads)</a:t>
            </a:r>
          </a:p>
          <a:p>
            <a:r>
              <a:t>Requested case studies (69 leads)</a:t>
            </a:r>
          </a:p>
          <a:p>
            <a:r>
              <a:t>Asked for pricing on an enterprise plan (65 leads)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Proposal for next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Upgrade to the next package tier at Toronto Clinical Innovation Congress 2024's next edition, and add a keynote speaking slot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Meridian Capital: partnership review</dc:title>
  <dc:subject/>
  <dc:creator>ConferAtlas Events</dc:creator>
  <cp:keywords/>
  <dc:description>generated using python-pptx</dc:description>
  <cp:lastModifiedBy>Steve Canny</cp:lastModifiedBy>
  <cp:revision>1</cp:revision>
  <dcterms:created xsi:type="dcterms:W3CDTF">2026-10-01T00:00:00Z</dcterms:created>
  <dcterms:modified xsi:type="dcterms:W3CDTF">2026-10-01T00:00:00Z</dcterms:modified>
  <cp:category/>
</cp:coreProperties>
</file>